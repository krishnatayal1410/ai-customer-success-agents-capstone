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0b443e8e4482c" /><Relationship Type="http://schemas.openxmlformats.org/officeDocument/2006/relationships/extended-properties" Target="/docProps/app.xml" Id="Rbeabc91ff00e4b4c" /><Relationship Type="http://schemas.openxmlformats.org/officeDocument/2006/relationships/officeDocument" Target="/ppt/presentation.xml" Id="Rd545f0de4195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0dbbc505649a6"/>
  </p:sldMasterIdLst>
  <p:notesMasterIdLst>
    <p:notesMasterId xmlns:r="http://schemas.openxmlformats.org/officeDocument/2006/relationships" r:id="Ra649c558d3ae4d2d"/>
  </p:notesMasterIdLst>
  <p:sldIdLst>
    <p:sldId xmlns:r="http://schemas.openxmlformats.org/officeDocument/2006/relationships" id="256" r:id="R4780310e755c4cc3"/>
    <p:sldId xmlns:r="http://schemas.openxmlformats.org/officeDocument/2006/relationships" id="257" r:id="R685116efa838434a"/>
    <p:sldId xmlns:r="http://schemas.openxmlformats.org/officeDocument/2006/relationships" id="258" r:id="R04bf5c4aa9ee4c1b"/>
    <p:sldId xmlns:r="http://schemas.openxmlformats.org/officeDocument/2006/relationships" id="259" r:id="R6042b1c018da4b75"/>
    <p:sldId xmlns:r="http://schemas.openxmlformats.org/officeDocument/2006/relationships" id="260" r:id="Rb3cc33d13ee34298"/>
    <p:sldId xmlns:r="http://schemas.openxmlformats.org/officeDocument/2006/relationships" id="261" r:id="Re09295e642bd4747"/>
    <p:sldId xmlns:r="http://schemas.openxmlformats.org/officeDocument/2006/relationships" id="262" r:id="R717588c6dbd941d5"/>
    <p:sldId xmlns:r="http://schemas.openxmlformats.org/officeDocument/2006/relationships" id="263" r:id="Rf05a58390ba04aee"/>
    <p:sldId xmlns:r="http://schemas.openxmlformats.org/officeDocument/2006/relationships" id="264" r:id="R8f21650646d64620"/>
    <p:sldId xmlns:r="http://schemas.openxmlformats.org/officeDocument/2006/relationships" id="265" r:id="R1417e2f0af1c48d7"/>
    <p:sldId xmlns:r="http://schemas.openxmlformats.org/officeDocument/2006/relationships" id="266" r:id="R420a58d069834a06"/>
    <p:sldId xmlns:r="http://schemas.openxmlformats.org/officeDocument/2006/relationships" id="267" r:id="R2f1669695a0e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557a6268bf4ba6" /><Relationship Type="http://schemas.openxmlformats.org/officeDocument/2006/relationships/slideMaster" Target="/ppt/slideMasters/slideMaster1.xml" Id="Re570dbbc505649a6" /><Relationship Type="http://schemas.openxmlformats.org/officeDocument/2006/relationships/notesMaster" Target="/ppt/notesMasters/notesMaster1.xml" Id="Ra649c558d3ae4d2d" /><Relationship Type="http://schemas.openxmlformats.org/officeDocument/2006/relationships/presProps" Target="/ppt/presProps.xml" Id="Ra6f34ef0c9f84fa3" /><Relationship Type="http://schemas.openxmlformats.org/officeDocument/2006/relationships/tableStyles" Target="/ppt/tableStyles.xml" Id="R6d41593dd8fc4bfa" /><Relationship Type="http://schemas.openxmlformats.org/officeDocument/2006/relationships/slide" Target="/ppt/slides/slide1.xml" Id="R4780310e755c4cc3" /><Relationship Type="http://schemas.openxmlformats.org/officeDocument/2006/relationships/slide" Target="/ppt/slides/slide2.xml" Id="R685116efa838434a" /><Relationship Type="http://schemas.openxmlformats.org/officeDocument/2006/relationships/slide" Target="/ppt/slides/slide3.xml" Id="R04bf5c4aa9ee4c1b" /><Relationship Type="http://schemas.openxmlformats.org/officeDocument/2006/relationships/slide" Target="/ppt/slides/slide4.xml" Id="R6042b1c018da4b75" /><Relationship Type="http://schemas.openxmlformats.org/officeDocument/2006/relationships/slide" Target="/ppt/slides/slide5.xml" Id="Rb3cc33d13ee34298" /><Relationship Type="http://schemas.openxmlformats.org/officeDocument/2006/relationships/slide" Target="/ppt/slides/slide6.xml" Id="Re09295e642bd4747" /><Relationship Type="http://schemas.openxmlformats.org/officeDocument/2006/relationships/slide" Target="/ppt/slides/slide7.xml" Id="R717588c6dbd941d5" /><Relationship Type="http://schemas.openxmlformats.org/officeDocument/2006/relationships/slide" Target="/ppt/slides/slide8.xml" Id="Rf05a58390ba04aee" /><Relationship Type="http://schemas.openxmlformats.org/officeDocument/2006/relationships/slide" Target="/ppt/slides/slide9.xml" Id="R8f21650646d64620" /><Relationship Type="http://schemas.openxmlformats.org/officeDocument/2006/relationships/slide" Target="/ppt/slides/slide10.xml" Id="R1417e2f0af1c48d7" /><Relationship Type="http://schemas.openxmlformats.org/officeDocument/2006/relationships/slide" Target="/ppt/slides/slide11.xml" Id="R420a58d069834a06" /><Relationship Type="http://schemas.openxmlformats.org/officeDocument/2006/relationships/slide" Target="/ppt/slides/slide12.xml" Id="R2f1669695a0e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38ccf8d3c4e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0b3ee69adb4ed9" /><Relationship Type="http://schemas.openxmlformats.org/officeDocument/2006/relationships/notesMaster" Target="/ppt/notesMasters/notesMaster1.xml" Id="R3dfffe90041749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4cd9ca37f4dbd" /><Relationship Type="http://schemas.openxmlformats.org/officeDocument/2006/relationships/notesMaster" Target="/ppt/notesMasters/notesMaster1.xml" Id="R8714e57b7d82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540719a2244c4" /><Relationship Type="http://schemas.openxmlformats.org/officeDocument/2006/relationships/notesMaster" Target="/ppt/notesMasters/notesMaster1.xml" Id="Re58140f7899d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6d3cabbb04b9a" /><Relationship Type="http://schemas.openxmlformats.org/officeDocument/2006/relationships/notesMaster" Target="/ppt/notesMasters/notesMaster1.xml" Id="Rb5b566f7c8e34e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a1f0861b2947c6" /><Relationship Type="http://schemas.openxmlformats.org/officeDocument/2006/relationships/notesMaster" Target="/ppt/notesMasters/notesMaster1.xml" Id="R6804848e3b98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f6e29a01814696" /><Relationship Type="http://schemas.openxmlformats.org/officeDocument/2006/relationships/notesMaster" Target="/ppt/notesMasters/notesMaster1.xml" Id="R338682eea2bc45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89d71e32c541dd" /><Relationship Type="http://schemas.openxmlformats.org/officeDocument/2006/relationships/notesMaster" Target="/ppt/notesMasters/notesMaster1.xml" Id="R60ce81e7e7184b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0147242e68415c" /><Relationship Type="http://schemas.openxmlformats.org/officeDocument/2006/relationships/notesMaster" Target="/ppt/notesMasters/notesMaster1.xml" Id="R70c988cbed584e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bb18bb6c44319" /><Relationship Type="http://schemas.openxmlformats.org/officeDocument/2006/relationships/notesMaster" Target="/ppt/notesMasters/notesMaster1.xml" Id="Refc8586f74024e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9ade8ef35a46b6" /><Relationship Type="http://schemas.openxmlformats.org/officeDocument/2006/relationships/notesMaster" Target="/ppt/notesMasters/notesMaster1.xml" Id="R7b3e7ccf7333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9a5ed447b4c00" /><Relationship Type="http://schemas.openxmlformats.org/officeDocument/2006/relationships/notesMaster" Target="/ppt/notesMasters/notesMaster1.xml" Id="R29b7e85633cb45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1edf222b19499a" /><Relationship Type="http://schemas.openxmlformats.org/officeDocument/2006/relationships/notesMaster" Target="/ppt/notesMasters/notesMaster1.xml" Id="Rbbfbbc0b53c346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customer-success problem and the complete deliverable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system is designed for SaaS customer-success and revenue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verbs to explain the product promise and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 six named specialists satisfy the assignment minimum; manager and triage are orchestration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left-to-right through the editable architecture source and rendered evidence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model does not invent account facts or the health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handoffs as SDK tools and approval as a resumable interruption.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memory to continuity and approval to operational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figures are generated from the repository's synthetic ACME-001 sample, not an external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a live Gemini call; no provider key was available during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implementation story with the two remaining student-owned external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problem and end on the evaluator's takeaway.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https://openai.github.io/openai-agents-python/agents/</a:t>
            </a:r>
          </a:p>
          <a:p xmlns:a="http://schemas.openxmlformats.org/drawingml/2006/main">
            <a:r>
              <a:t>- https://openai.github.io/openai-agents-python/handoffs/</a:t>
            </a:r>
          </a:p>
          <a:p xmlns:a="http://schemas.openxmlformats.org/drawingml/2006/main">
            <a:r>
              <a:t>- https://openai.github.io/openai-agents-python/human_in_the_loop/</a:t>
            </a:r>
          </a:p>
          <a:p xmlns:a="http://schemas.openxmlformats.org/drawingml/2006/main">
            <a:r>
              <a:t>- https://openai.github.io/openai-agents-python/sessions/</a:t>
            </a:r>
          </a:p>
          <a:p xmlns:a="http://schemas.openxmlformats.org/drawingml/2006/main">
            <a:r>
              <a:t>- https://ai.google.dev/gemini-api/docs/models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4c554f816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7ebf2519c54978" /><Relationship Type="http://schemas.openxmlformats.org/officeDocument/2006/relationships/slideLayout" Target="/ppt/slideLayouts/slideLayout1.xml" Id="R7a6aa0352646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6aa0352646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860411ff54904" /><Relationship Type="http://schemas.openxmlformats.org/officeDocument/2006/relationships/notesSlide" Target="/ppt/notesSlides/notesSlide1.xml" Id="Rfdcfdc64b16e49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625e66b4d40b1" /><Relationship Type="http://schemas.openxmlformats.org/officeDocument/2006/relationships/notesSlide" Target="/ppt/notesSlides/notesSlide2.xml" Id="Rffbb3e012729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4d5863dc14c4f" /><Relationship Type="http://schemas.openxmlformats.org/officeDocument/2006/relationships/notesSlide" Target="/ppt/notesSlides/notesSlide3.xml" Id="Re8ec7211e360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40a723db44c51" /><Relationship Type="http://schemas.openxmlformats.org/officeDocument/2006/relationships/notesSlide" Target="/ppt/notesSlides/notesSlide4.xml" Id="R29973966d0f548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cfb3f7e874b93" /><Relationship Type="http://schemas.openxmlformats.org/officeDocument/2006/relationships/image" Target="/ppt/media/image.png" Id="Rdbddc8278af045d0" /><Relationship Type="http://schemas.openxmlformats.org/officeDocument/2006/relationships/notesSlide" Target="/ppt/notesSlides/notesSlide5.xml" Id="Rf7f619d249864d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b93de4d2b45cc" /><Relationship Type="http://schemas.openxmlformats.org/officeDocument/2006/relationships/notesSlide" Target="/ppt/notesSlides/notesSlide6.xml" Id="Reec216b8abef4a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4768e29234815" /><Relationship Type="http://schemas.openxmlformats.org/officeDocument/2006/relationships/notesSlide" Target="/ppt/notesSlides/notesSlide7.xml" Id="Rafebb0d44d7f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45f107aa04320" /><Relationship Type="http://schemas.openxmlformats.org/officeDocument/2006/relationships/notesSlide" Target="/ppt/notesSlides/notesSlide8.xml" Id="R7d5f95268f3545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b225ba34e4324" /><Relationship Type="http://schemas.openxmlformats.org/officeDocument/2006/relationships/notesSlide" Target="/ppt/notesSlides/notesSlide9.xml" Id="R228b9107cbba46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0c32daa54170" /><Relationship Type="http://schemas.openxmlformats.org/officeDocument/2006/relationships/notesSlide" Target="/ppt/notesSlides/notesSlide10.xml" Id="R42505e98c0b645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6f3c361884124" /><Relationship Type="http://schemas.openxmlformats.org/officeDocument/2006/relationships/notesSlide" Target="/ppt/notesSlides/notesSlide11.xml" Id="R2ed069e25e4947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76b586674aaf" /><Relationship Type="http://schemas.openxmlformats.org/officeDocument/2006/relationships/notesSlide" Target="/ppt/notesSlides/notesSlide12.xml" Id="R41d0e9193e9d47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048D18B-BFFE-4B3D-B3E8-BD61380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Customer Success
Manager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8A157BD-7A1A-4920-A83D-AFFEB988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Six specialists · eight tools · handoffs · memory · human approval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058D0AF-4B0E-4B21-B200-68C76868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SUMMER SCHOOL'26 · OPENAI AGENTS SDK</a:t>
            </a:r>
          </a:p>
        </p:txBody>
      </p:sp>
    </p:spTree>
    <p:extLst>
      <p:ext uri="{BB962C8B-B14F-4D97-AF65-F5344CB8AC3E}">
        <p14:creationId xmlns:p14="http://schemas.microsoft.com/office/powerpoint/2010/main" val="1125207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8B28C56-1BF8-428D-B5F4-B9D3D5B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4BA4B1C-7460-4F35-A248-CC413C5C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 risk hides across disconnected signals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C6D4F17-9C66-4A90-8717-9346B3B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business problem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Usage, tickets, sentiment, commercial data, and account notes are reviewed separately. Teams notice churn risk too late.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5237914-C8D7-45D8-992B-AB48BE9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decision gap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Account owners need one explainable health view, a prioritized intervention, and safe execution before the renewal window closes.</a:t>
            </a:r>
          </a:p>
        </p:txBody>
      </p:sp>
    </p:spTree>
    <p:extLst>
      <p:ext uri="{BB962C8B-B14F-4D97-AF65-F5344CB8AC3E}">
        <p14:creationId xmlns:p14="http://schemas.microsoft.com/office/powerpoint/2010/main" val="789982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4F8AB89-DEB9-4ED8-897F-3CF389AA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33B60C2-0856-459E-BB46-1EE68179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system turns evidence into an approved intervention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CEE8B6DF-6223-4347-A839-96C7D7A4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MONITOR
Collect activity, adoption, support, sentiment, and renewal signals.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EC940311-FFEC-4FF3-A303-255889F6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REASON
Specialists diagnose risk and recommend product and recovery actions.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AA9C2915-342A-4018-937A-8B00D33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 SAFELY
A human approves every scheduling or escalation side effect.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0600378A-D521-4244-961D-2B6F224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DB0C2E04-C9CC-468F-918A-50B0A66E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B476B8F-95CF-42F8-8B87-9B547531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1444631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3139E63-D9AB-4A67-883B-53F7BBA6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C002BC9-B252-4981-8743-5F71096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Six specialists share one evidence layer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953AA913-C7C2-485C-BABA-BEC39076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Planner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Creates owner and due date.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A42C2BEF-421B-4CF1-9263-96FBBAA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Analytics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Returns the structured report.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10557EAD-E610-4662-8B82-C95C08B8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Calls specialists as tools.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5AD0992-372E-4F3D-A858-8BF6D2B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Triage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Transfers focused requests.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A24E457-E2AB-455B-855D-7B4CE5E7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 Health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Scores risk and names drivers.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358598AD-9765-4214-9400-B7DDAF49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Expert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Recommends adoption plays.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64F1CEF-659D-48C1-BFE7-4482C839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Assistant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Summarizes ticket severity.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F129248F-7F7F-4A25-ADD7-03CCA96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Escalation Manager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Prepares approved escalation.</a:t>
            </a:r>
          </a:p>
        </p:txBody>
      </p:sp>
    </p:spTree>
    <p:extLst>
      <p:ext uri="{BB962C8B-B14F-4D97-AF65-F5344CB8AC3E}">
        <p14:creationId xmlns:p14="http://schemas.microsoft.com/office/powerpoint/2010/main" val="144342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8F44DB9-11EF-483F-8346-AD6D58B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30B27B-A709-433B-A559-A3F9304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 tools and handoffs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87F83D0-9F7C-400D-BC99-E1BE8C1A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D5C1BE7-53FE-4FF0-8642-828AE66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 + handoffs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reviews use agents-as-tools so the manager can combine every specialist. Focused questions use SDK handoffs so one specialist takes control.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dc8278af045d0"/>
          <a:stretch xmlns:a="http://schemas.openxmlformats.org/drawingml/2006/main"/>
        </p:blipFill>
        <p:spPr>
          <a:xfrm xmlns:a="http://schemas.openxmlformats.org/drawingml/2006/main">
            <a:off x="6269069" y="1963196"/>
            <a:ext cx="5539740" cy="246850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53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1304458-2288-4BD5-A796-10FFABE5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184CF26-8D46-4A54-A874-49D99FD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tools ground analysis and control actions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269CA7A-9B0D-424F-83F8-F040665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Transparent 0–100 score.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5988DBF-1299-480D-BDD2-8F924668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Owner, actions, deadline.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56A4E4BC-1AEC-467C-B2F0-2AE3B13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Follow-up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Approval-gated scheduling.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D2F4B8C-6A5B-45A5-A981-1A26E284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Escalation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Approval-gated notification.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379ECCC-1A7A-4120-A1B9-AFAFBA4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Profile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CRM account context.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ABF82FF-72E4-486B-BE2F-577ACF7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Usage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Activity and seat metrics.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AA14E3E-C8A6-46E1-9C34-91C4C9D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Tickets and NPS.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939E9806-C512-44E6-A113-E1CC4C76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Knowledge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enablement guidance.</a:t>
            </a:r>
          </a:p>
        </p:txBody>
      </p:sp>
    </p:spTree>
    <p:extLst>
      <p:ext uri="{BB962C8B-B14F-4D97-AF65-F5344CB8AC3E}">
        <p14:creationId xmlns:p14="http://schemas.microsoft.com/office/powerpoint/2010/main" val="4601429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5C0B614-C62F-4148-89F2-BD5FFAA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A0E349B-2E9A-4CFA-BEFF-B3817F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run follows an auditable decision sequence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A6AECCE-C0A3-4F75-8A12-1D836E6E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71E5D95-69BC-406C-ADF5-D7BCB0B1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568610A-8160-4BB6-B7F7-7F2DC560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F0296D0-F254-481F-BFE1-52EDEC7A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F47512F-5293-4B7A-B0D8-107F1240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DELEGATE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BEE9BD3-5423-4192-B0FF-79EDA2FE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EDA38B8-6F46-431A-B4D1-5ABDF65F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Delegate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Manager tools or handoffs invoke the right specialist.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F8413AB-698E-460C-B880-B2C26A4B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Gather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Tools return profile, usage, support, and knowledge.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A5B6D4C-4FC1-4357-B8B7-F35EB42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decision resumes RunState in the same session.</a:t>
            </a:r>
          </a:p>
        </p:txBody>
      </p:sp>
    </p:spTree>
    <p:extLst>
      <p:ext uri="{BB962C8B-B14F-4D97-AF65-F5344CB8AC3E}">
        <p14:creationId xmlns:p14="http://schemas.microsoft.com/office/powerpoint/2010/main" val="10936608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26872A1-0A0C-456A-A0D9-60A6CCE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267D175-7D90-4156-9F39-231DC3D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Memory preserves context; approval preserves accountability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894D16B-4D8D-4102-B409-CE4F62C9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SQLite session memory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SDK stores each turn by session ID, enabling multi-turn account reviews without manual transcript replay.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AF89A8B-5624-4789-9BDC-2C1EDBA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Scheduling and escalation declare needs_approval=True. The CLI exposes arguments, records the choice, and resumes safely.</a:t>
            </a:r>
          </a:p>
        </p:txBody>
      </p:sp>
    </p:spTree>
    <p:extLst>
      <p:ext uri="{BB962C8B-B14F-4D97-AF65-F5344CB8AC3E}">
        <p14:creationId xmlns:p14="http://schemas.microsoft.com/office/powerpoint/2010/main" val="1900432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F56FAB4-F61C-4B08-9EF7-555B7767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A77DE82-3914-457F-A48F-266F32A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4364515-3497-40EF-8A11-6AA09A3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19B904B-9762-4DFC-8849-1909070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DA49EA3-68F9-4C55-8F4E-ADBAD35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offline demo identifies a critical renewal risk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529FF38-26F2-4CC2-BF4D-CDADF0A1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 score
Critical risk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4008D62-3F5F-4369-9312-6006566E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Until renewal
Action this week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0B833DDC-DA57-408F-9DDD-0EDE2C8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Feature adoption
Enablement needed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F3D5CC7-23F3-44EE-A18D-5F6AE58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34 / 100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5738D57-A03C-4B7B-A294-F3A17573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38%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953E552-4B61-4D8B-A6B3-71F75F6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42 days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DB6EDBC-5251-432C-9ABB-12E1F0A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account: Acme Retail India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Low activity, low adoption, unresolved support risk, and a renewal inside 60 days combine into one structured account report.</a:t>
            </a:r>
          </a:p>
        </p:txBody>
      </p:sp>
    </p:spTree>
    <p:extLst>
      <p:ext uri="{BB962C8B-B14F-4D97-AF65-F5344CB8AC3E}">
        <p14:creationId xmlns:p14="http://schemas.microsoft.com/office/powerpoint/2010/main" val="2401437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22B6117-4788-4A19-B949-6DDFA34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CD51CA4-FFED-436A-A3AC-2CD7874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 covers behavior, architecture, and packaging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F31CD80-399B-47B1-AC09-6743DF9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TESTS
Three unit tests pass for score bounds, risk classification, and structured output.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2985E92-6161-4B53-8759-2647EF1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SDK OBJECTS
Six specialists, eight tools, six handoffs, and six manager tools construct successfully.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7688B2B-8CFE-4B68-AA80-A9CB3BC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DEMO
Offline JSON and Markdown reports run without credentials or network access.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CCDCCF2D-1EBB-4ADA-86AB-61BEB05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CDB1C209-B9D4-42DB-8112-6F64007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9C4CEAF-5DFE-421C-9B0E-8A83C009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920513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EDC0973-3C44-41F8-82E4-431C0D13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BE8803F-74C9-4044-BA7B-0499B8D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Deployment moves from reproducible demo to live operations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F0FDB60-402E-4C56-8D50-824366E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564AC87-7EB4-408D-BAFD-F9C01AB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D27E1DE-3A03-4F36-8F9A-84BAB82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15034DB-9B46-493D-B77C-D2AE65F8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E19A03E-268E-41D7-B2EE-CE5C714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E1B67F3-301D-4966-971B-81B941D4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SUBMIT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8B206DB-605C-4CE9-919F-D4065DF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GEMINI_API_KEY locally and run one approved live account review.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89E5104-84A3-4192-8D68-198A7BF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demo, tests, diagrams, deck, and video are packaged.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A64649A-DF47-4D9E-B0B0-9DABDE8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Publish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Upload the repository and paste the GitHub URL into the checklist.</a:t>
            </a:r>
          </a:p>
        </p:txBody>
      </p:sp>
    </p:spTree>
    <p:extLst>
      <p:ext uri="{BB962C8B-B14F-4D97-AF65-F5344CB8AC3E}">
        <p14:creationId xmlns:p14="http://schemas.microsoft.com/office/powerpoint/2010/main" val="849873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7150C9D-9B30-475B-A594-E329334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Catch churn risk early.
Act with approval.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3B1D644-02F0-4F2C-8B5C-9B3E419D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complete, testable Agents SDK capstone ready for a live Gemini key and GitHub upload.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D5F3C81-D85D-4C5C-B226-EC43D14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933254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2026-08-01T10:39:07.8880000Z</dcterms:created>
  <dcterms:modified xsi:type="dcterms:W3CDTF">2026-08-01T10:39:07.8880000Z</dcterms:modified>
</coreProperties>
</file>